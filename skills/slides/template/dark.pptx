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2103120"/>
            <a:ext cx="11277295" cy="1554480"/>
          </a:xfrm>
        </p:spPr>
        <p:txBody>
          <a:bodyPr lIns="0" tIns="0" rIns="0" bIns="0"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Talk 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457200" y="3794760"/>
            <a:ext cx="11277295" cy="109728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en-US"/>
              <a:t>Name · lab · date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laim + figure">
    <p:spTree>
      <p:nvGrpSpPr>
        <p:cNvPr id="1" name=""/>
        <p:cNvGrpSpPr/>
        <p:nvPr/>
      </p:nvGrpSpPr>
      <p:grpSpPr/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77295" cy="1097280"/>
          </a:xfrm>
        </p:spPr>
        <p:txBody>
          <a:bodyPr lIns="0" tIns="0" rIns="0" bIns="0" anchor="t">
            <a:noAutofit/>
          </a:bodyPr>
          <a:lstStyle/>
          <a:p>
            <a:r>
              <a:rPr lang="en-US"/>
              <a:t>Claim, as one sentence</a:t>
            </a:r>
          </a:p>
        </p:txBody>
      </p:sp>
      <p:sp>
        <p:nvSpPr>
          <p:cNvPr id="3" name="Figure"/>
          <p:cNvSpPr>
            <a:spLocks noGrp="1"/>
          </p:cNvSpPr>
          <p:nvPr>
            <p:ph type="pic" idx="13"/>
          </p:nvPr>
        </p:nvSpPr>
        <p:spPr>
          <a:xfrm>
            <a:off x="0" y="1508760"/>
            <a:ext cx="12191695" cy="534924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Figure: fs.slide_figure(1.0, 0.78)</a:t>
            </a:r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>
          <a:xfrm>
            <a:off x="10820095" y="6446520"/>
            <a:ext cx="914400" cy="320040"/>
          </a:xfrm>
        </p:spPr>
        <p:txBody>
          <a:bodyPr lIns="0" tIns="0" rIns="0" bIns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wo figures">
    <p:spTree>
      <p:nvGrpSpPr>
        <p:cNvPr id="1" name=""/>
        <p:cNvGrpSpPr/>
        <p:nvPr/>
      </p:nvGrpSpPr>
      <p:grpSpPr/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77295" cy="1097280"/>
          </a:xfrm>
        </p:spPr>
        <p:txBody>
          <a:bodyPr lIns="0" tIns="0" rIns="0" bIns="0" anchor="t">
            <a:noAutofit/>
          </a:bodyPr>
          <a:lstStyle/>
          <a:p>
            <a:r>
              <a:rPr lang="en-US"/>
              <a:t>Claim, as one sentence</a:t>
            </a:r>
          </a:p>
        </p:txBody>
      </p:sp>
      <p:sp>
        <p:nvSpPr>
          <p:cNvPr id="3" name="Left figure"/>
          <p:cNvSpPr>
            <a:spLocks noGrp="1"/>
          </p:cNvSpPr>
          <p:nvPr>
            <p:ph type="pic" idx="13"/>
          </p:nvPr>
        </p:nvSpPr>
        <p:spPr>
          <a:xfrm>
            <a:off x="0" y="1508760"/>
            <a:ext cx="6095848" cy="534924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Figure: fs.slide_figure(0.5, 0.78)</a:t>
            </a:r>
          </a:p>
        </p:txBody>
      </p:sp>
      <p:sp>
        <p:nvSpPr>
          <p:cNvPr id="4" name="Right figure"/>
          <p:cNvSpPr>
            <a:spLocks noGrp="1"/>
          </p:cNvSpPr>
          <p:nvPr>
            <p:ph type="pic" idx="14"/>
          </p:nvPr>
        </p:nvSpPr>
        <p:spPr>
          <a:xfrm>
            <a:off x="6095848" y="1508760"/>
            <a:ext cx="6095848" cy="534924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Figure: fs.slide_figure(0.5, 0.78)</a:t>
            </a:r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>
          <a:xfrm>
            <a:off x="10820095" y="6446520"/>
            <a:ext cx="914400" cy="320040"/>
          </a:xfrm>
        </p:spPr>
        <p:txBody>
          <a:bodyPr lIns="0" tIns="0" rIns="0" bIns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Figure only">
    <p:spTree>
      <p:nvGrpSpPr>
        <p:cNvPr id="1" name=""/>
        <p:cNvGrpSpPr/>
        <p:nvPr/>
      </p:nvGrpSpPr>
      <p:grpSpPr/>
      <p:sp>
        <p:nvSpPr>
          <p:cNvPr id="3" name="Figure"/>
          <p:cNvSpPr>
            <a:spLocks noGrp="1"/>
          </p:cNvSpPr>
          <p:nvPr>
            <p:ph type="pic" idx="13"/>
          </p:nvPr>
        </p:nvSpPr>
        <p:spPr>
          <a:xfrm>
            <a:off x="0" y="0"/>
            <a:ext cx="12191695" cy="685800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Figure: fs.slide_figure(1.0, 1.0)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laim only">
    <p:spTree>
      <p:nvGrpSpPr>
        <p:cNvPr id="1" name=""/>
        <p:cNvGrpSpPr/>
        <p:nvPr/>
      </p:nvGrpSpPr>
      <p:grpSpPr/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77295" cy="1097280"/>
          </a:xfrm>
        </p:spPr>
        <p:txBody>
          <a:bodyPr lIns="0" tIns="0" rIns="0" bIns="0" anchor="t">
            <a:noAutofit/>
          </a:bodyPr>
          <a:lstStyle/>
          <a:p>
            <a:r>
              <a:rPr lang="en-US"/>
              <a:t>Claim, as one sentence</a:t>
            </a:r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>
          <a:xfrm>
            <a:off x="10820095" y="6446520"/>
            <a:ext cx="914400" cy="320040"/>
          </a:xfrm>
        </p:spPr>
        <p:txBody>
          <a:bodyPr lIns="0" tIns="0" rIns="0" bIns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/>
      <p:sp>
        <p:nvSpPr>
          <p:cNvPr id="2" name="Section"/>
          <p:cNvSpPr>
            <a:spLocks noGrp="1"/>
          </p:cNvSpPr>
          <p:nvPr>
            <p:ph type="title"/>
          </p:nvPr>
        </p:nvSpPr>
        <p:spPr>
          <a:xfrm>
            <a:off x="457200" y="2377440"/>
            <a:ext cx="11277295" cy="1737360"/>
          </a:xfrm>
        </p:spPr>
        <p:txBody>
          <a:bodyPr lIns="0" tIns="0" rIns="0" bIns="0"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Recap / asks">
    <p:spTree>
      <p:nvGrpSpPr>
        <p:cNvPr id="1" name=""/>
        <p:cNvGrpSpPr/>
        <p:nvPr/>
      </p:nvGrpSpPr>
      <p:grpSpPr/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77295" cy="1097280"/>
          </a:xfrm>
        </p:spPr>
        <p:txBody>
          <a:bodyPr lIns="0" tIns="0" rIns="0" bIns="0" anchor="t">
            <a:noAutofit/>
          </a:bodyPr>
          <a:lstStyle/>
          <a:p>
            <a:r>
              <a:rPr lang="en-US"/>
              <a:t>Claim, as one sentence</a:t>
            </a:r>
          </a:p>
        </p:txBody>
      </p:sp>
      <p:sp>
        <p:nvSpPr>
          <p:cNvPr id="3" name="Recap"/>
          <p:cNvSpPr>
            <a:spLocks noGrp="1"/>
          </p:cNvSpPr>
          <p:nvPr>
            <p:ph type="body" idx="1"/>
          </p:nvPr>
        </p:nvSpPr>
        <p:spPr>
          <a:xfrm>
            <a:off x="457200" y="1508760"/>
            <a:ext cx="6766560" cy="4800600"/>
          </a:xfrm>
        </p:spPr>
        <p:txBody>
          <a:bodyPr lIns="0" tIns="0" rIns="0" bIns="0" anchor="t">
            <a:noAutofit/>
          </a:bodyPr>
          <a:lstStyle/>
          <a:p>
            <a:r>
              <a:rPr lang="en-US"/>
              <a:t>Since last time</a:t>
            </a:r>
          </a:p>
        </p:txBody>
      </p:sp>
      <p:sp>
        <p:nvSpPr>
          <p:cNvPr id="4" name="Asks"/>
          <p:cNvSpPr>
            <a:spLocks noGrp="1"/>
          </p:cNvSpPr>
          <p:nvPr>
            <p:ph type="body" idx="2"/>
          </p:nvPr>
        </p:nvSpPr>
        <p:spPr>
          <a:xfrm>
            <a:off x="7680960" y="1508760"/>
            <a:ext cx="4053535" cy="4800600"/>
          </a:xfrm>
        </p:spPr>
        <p:txBody>
          <a:bodyPr lIns="0" tIns="0" rIns="0" bIns="0" anchor="t">
            <a:noAutofit/>
          </a:bodyPr>
          <a:lstStyle/>
          <a:p>
            <a:r>
              <a:rPr lang="en-US"/>
              <a:t>Asks</a:t>
            </a:r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>
          <a:xfrm>
            <a:off x="10820095" y="6446520"/>
            <a:ext cx="914400" cy="320040"/>
          </a:xfrm>
        </p:spPr>
        <p:txBody>
          <a:bodyPr lIns="0" tIns="0" rIns="0" bIns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77295" cy="1097280"/>
          </a:xfrm>
        </p:spPr>
        <p:txBody>
          <a:bodyPr lIns="0" tIns="0" rIns="0" bIns="0" anchor="t">
            <a:noAutofit/>
          </a:bodyPr>
          <a:lstStyle/>
          <a:p>
            <a:r>
              <a:rPr lang="en-US"/>
              <a:t>Claim, as one sentence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457200" y="1508760"/>
            <a:ext cx="11277295" cy="4800600"/>
          </a:xfrm>
        </p:spPr>
        <p:txBody>
          <a:bodyPr lIns="0" tIns="0" rIns="0" bIns="0" anchor="t">
            <a:noAutofit/>
          </a:bodyPr>
          <a:lstStyle/>
          <a:p>
            <a:r>
              <a:rPr lang="en-US"/>
              <a:t>Text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4"/>
          </p:nvPr>
        </p:nvSpPr>
        <p:spPr>
          <a:xfrm>
            <a:off x="10820095" y="6446520"/>
            <a:ext cx="914400" cy="320040"/>
          </a:xfrm>
        </p:spPr>
        <p:txBody>
          <a:bodyPr lIns="0" tIns="0" rIns="0" bIns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spcBef>
          <a:spcPts val="0"/>
        </a:spcBef>
        <a:buNone/>
        <a:defRPr sz="3400">
          <a:solidFill>
            <a:schemeClr val="tx1"/>
          </a:solidFill>
          <a:latin typeface="+mj-lt"/>
        </a:defRPr>
      </a:lvl1pPr>
    </p:titleStyle>
    <p:bodyStyle>
      <a:lvl1pPr marL="0" indent="0" algn="l">
        <a:spcBef>
          <a:spcPts val="1200"/>
        </a:spcBef>
        <a:buNone/>
        <a:defRPr sz="2000">
          <a:solidFill>
            <a:schemeClr val="tx1"/>
          </a:solidFill>
          <a:latin typeface="+mn-lt"/>
        </a:defRPr>
      </a:lvl1pPr>
      <a:lvl2pPr marL="342900" indent="-228600" algn="l">
        <a:spcBef>
          <a:spcPts val="400"/>
        </a:spcBef>
        <a:buFont typeface="Arial"/>
        <a:buChar char="–"/>
        <a:defRPr sz="1800">
          <a:solidFill>
            <a:schemeClr val="tx2"/>
          </a:solidFill>
          <a:latin typeface="+mn-lt"/>
        </a:defRPr>
      </a:lvl2pPr>
      <a:lvl3pPr marL="685800" indent="-228600" algn="l">
        <a:spcBef>
          <a:spcPts val="400"/>
        </a:spcBef>
        <a:buFont typeface="Arial"/>
        <a:buChar char="–"/>
        <a:defRPr sz="1800">
          <a:solidFill>
            <a:schemeClr val="tx2"/>
          </a:solidFill>
          <a:latin typeface="+mn-lt"/>
        </a:defRPr>
      </a:lvl3pPr>
      <a:lvl4pPr marL="1028700" indent="-228600" algn="l">
        <a:spcBef>
          <a:spcPts val="400"/>
        </a:spcBef>
        <a:buFont typeface="Arial"/>
        <a:buChar char="–"/>
        <a:defRPr sz="1800">
          <a:solidFill>
            <a:schemeClr val="tx2"/>
          </a:solidFill>
          <a:latin typeface="+mn-lt"/>
        </a:defRPr>
      </a:lvl4pPr>
      <a:lvl5pPr marL="1371600" indent="-228600" algn="l">
        <a:spcBef>
          <a:spcPts val="400"/>
        </a:spcBef>
        <a:buFont typeface="Arial"/>
        <a:buChar char="–"/>
        <a:defRPr sz="1800">
          <a:solidFill>
            <a:schemeClr val="tx2"/>
          </a:solidFill>
          <a:latin typeface="+mn-lt"/>
        </a:defRPr>
      </a:lvl5pPr>
      <a:lvl6pPr marL="1714500" indent="-228600" algn="l">
        <a:spcBef>
          <a:spcPts val="400"/>
        </a:spcBef>
        <a:buFont typeface="Arial"/>
        <a:buChar char="–"/>
        <a:defRPr sz="1800">
          <a:solidFill>
            <a:schemeClr val="tx2"/>
          </a:solidFill>
          <a:latin typeface="+mn-lt"/>
        </a:defRPr>
      </a:lvl6pPr>
      <a:lvl7pPr marL="2057400" indent="-228600" algn="l">
        <a:spcBef>
          <a:spcPts val="400"/>
        </a:spcBef>
        <a:buFont typeface="Arial"/>
        <a:buChar char="–"/>
        <a:defRPr sz="1800">
          <a:solidFill>
            <a:schemeClr val="tx2"/>
          </a:solidFill>
          <a:latin typeface="+mn-lt"/>
        </a:defRPr>
      </a:lvl7pPr>
      <a:lvl8pPr marL="2400300" indent="-228600" algn="l">
        <a:spcBef>
          <a:spcPts val="400"/>
        </a:spcBef>
        <a:buFont typeface="Arial"/>
        <a:buChar char="–"/>
        <a:defRPr sz="1800">
          <a:solidFill>
            <a:schemeClr val="tx2"/>
          </a:solidFill>
          <a:latin typeface="+mn-lt"/>
        </a:defRPr>
      </a:lvl8pPr>
      <a:lvl9pPr marL="2743200" indent="-228600" algn="l">
        <a:spcBef>
          <a:spcPts val="400"/>
        </a:spcBef>
        <a:buFont typeface="Arial"/>
        <a:buChar char="–"/>
        <a:defRPr sz="1800">
          <a:solidFill>
            <a:schemeClr val="tx2"/>
          </a:solidFill>
          <a:latin typeface="+mn-lt"/>
        </a:defRPr>
      </a:lvl9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theme/theme1.xml><?xml version="1.0" encoding="utf-8"?>
<a:theme xmlns:a="http://schemas.openxmlformats.org/drawingml/2006/main" name="Dark">
  <a:themeElements>
    <a:clrScheme name="Dark">
      <a:dk1 xmlns:p="http://schemas.openxmlformats.org/presentationml/2006/main" xmlns:r="http://schemas.openxmlformats.org/officeDocument/2006/relationships">
        <a:srgbClr val="11100E"/>
      </a:dk1>
      <a:lt1 xmlns:p="http://schemas.openxmlformats.org/presentationml/2006/main" xmlns:r="http://schemas.openxmlformats.org/officeDocument/2006/relationships">
        <a:srgbClr val="F2EDE4"/>
      </a:lt1>
      <a:dk2 xmlns:p="http://schemas.openxmlformats.org/presentationml/2006/main" xmlns:r="http://schemas.openxmlformats.org/officeDocument/2006/relationships">
        <a:srgbClr val="1C1A17"/>
      </a:dk2>
      <a:lt2 xmlns:p="http://schemas.openxmlformats.org/presentationml/2006/main" xmlns:r="http://schemas.openxmlformats.org/officeDocument/2006/relationships">
        <a:srgbClr val="D9D2C5"/>
      </a:lt2>
      <a:accent1 xmlns:p="http://schemas.openxmlformats.org/presentationml/2006/main" xmlns:r="http://schemas.openxmlformats.org/officeDocument/2006/relationships">
        <a:srgbClr val="77AADD"/>
      </a:accent1>
      <a:accent2 xmlns:p="http://schemas.openxmlformats.org/presentationml/2006/main" xmlns:r="http://schemas.openxmlformats.org/officeDocument/2006/relationships">
        <a:srgbClr val="EE8866"/>
      </a:accent2>
      <a:accent3 xmlns:p="http://schemas.openxmlformats.org/presentationml/2006/main" xmlns:r="http://schemas.openxmlformats.org/officeDocument/2006/relationships">
        <a:srgbClr val="FFAAAA"/>
      </a:accent3>
      <a:accent4 xmlns:p="http://schemas.openxmlformats.org/presentationml/2006/main" xmlns:r="http://schemas.openxmlformats.org/officeDocument/2006/relationships">
        <a:srgbClr val="AAAA00"/>
      </a:accent4>
      <a:accent5 xmlns:p="http://schemas.openxmlformats.org/presentationml/2006/main" xmlns:r="http://schemas.openxmlformats.org/officeDocument/2006/relationships">
        <a:srgbClr val="EEDD88"/>
      </a:accent5>
      <a:accent6 xmlns:p="http://schemas.openxmlformats.org/presentationml/2006/main" xmlns:r="http://schemas.openxmlformats.org/officeDocument/2006/relationships">
        <a:srgbClr val="4A4541"/>
      </a:accent6>
      <a:hlink xmlns:p="http://schemas.openxmlformats.org/presentationml/2006/main" xmlns:r="http://schemas.openxmlformats.org/officeDocument/2006/relationships">
        <a:srgbClr val="77AADD"/>
      </a:hlink>
      <a:folHlink xmlns:p="http://schemas.openxmlformats.org/presentationml/2006/main" xmlns:r="http://schemas.openxmlformats.org/officeDocument/2006/relationships">
        <a:srgbClr val="D9D2C5"/>
      </a:folHlink>
    </a:clrScheme>
    <a:fontScheme name="Figtree">
      <a:majorFont>
        <a:latin typeface="Figtree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igtre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slides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